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A9D8F">
              <a:alpha val="15000"/>
            </a:srgbClr>
          </a:solidFill>
          <a:ln w="12700">
            <a:solidFill>
              <a:srgbClr val="2A9D8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E63946">
              <a:alpha val="12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COLORAÇÃO DE GRAFOS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RouteMap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Otimizando turnos de coleta urbana com grafos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28600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• Teoria dos Grafos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Somos a equipe de engenharia da RouteMap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de logística urbana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26517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 roteirização para prefeituras e empresas de coleta seletiva em 12 cidades brasileiras.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crescente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26517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Gerenciamos mais de 800 zonas urbanas, cada uma com janelas de coleta independentes.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atual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26517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NetworkX no backend. Frontend em React. Dados persistidos em PostgreSQL com extensão pgGraph.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Conflitos de turno estão custando dinheiro e credibilidade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A0B0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" y="25603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zonas recebem dois caminhões no mesmo turno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A0B0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R$280k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10128" y="25603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multa contratual no último trimestre por atrasos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A0B0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18h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44768" y="25603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trabalho manual semanal para montar a grade de turnos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A0B0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2219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scheduler atual é uma planilha Excel. Quando adicionamos uma nova zona, temos que refazer tudo manualmente." — CTO RouteMap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Coloração de Grafos como motor de agendamento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zona vira um nó. Uma aresta liga duas zonas que NÃO podem ter o mesmo turno (vizinhança física ou restrição operacional).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" y="2148840"/>
            <a:ext cx="0" cy="50292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633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926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atribui a menor quantidade de turnos (cores) possível, garantindo que zonas adjacentes tenham turnos distintos.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3200400"/>
            <a:ext cx="0" cy="50292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977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nova zona = adicionar nó + arestas. O algoritmo recolor automaticamente. Zero planilha, zero conflito.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2A9D8F">
              <a:alpha val="15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590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redução de 100% dos conflitos de turno e economia de 18h/semana em operações manuais.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Coloração de Grafos?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um grafo G = (V, E), coloração é uma função: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c: V → {1, 2, ..., k}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 que para toda aresta (u, v) ∈ 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c(u) ≠ c(v)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número cromático χ(G) é o menor k possível.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50876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1563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NP-difícil no caso geral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856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existem heurísticas eficientes para grafos esparsos.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60604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2660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Guloso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953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 — atribui o menor turno disponível para cada nó.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70332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= máx. 4 cores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4050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das 4 Cores: mapas sempre são coloríveis com 4 cores.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Coloração Gulosa — Greedy Coloring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4389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80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coloracao_gulosa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(G):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coloracao = {}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</a:t>
            </a:r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8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G.nodes():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vizinhos = {coloracao[v]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8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G.neighbors(no)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coloracao}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turno = 0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 in vizinhos: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turno += 1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coloracao[no] = turno
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coloracao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349240" y="14630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68112" y="1554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893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847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 — linear no tamanho do grafo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26060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68112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8932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Não-ótimo garantido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2990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usar mais cores que χ(G). A ordem dos nós importa.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37490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8112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8932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Prático e eficiente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4133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grafos esparsos como malhas urbanas.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Coloração de Grafos está em todo lugar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9659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Frequência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Antenas próximas não podem usar a mesma frequência. Coloração resolve conflitos em redes 4G/5G.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10128" y="19659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Horários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Provas ou aulas com alunos em comum não podem ocorrer ao mesmo tempo — problema clássico de coloração.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44768" y="19659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Coloração de grafos de conflito para análise de sequências de DNA e proteínas sem sobreposição.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🔩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" y="3703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de registradores de CPU: variáveis que interferem entre si não podem usar o mesmo registrador.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10128" y="3703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9959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vizinhos no mapa em cores distintas. Caso histórico que motivou o Teorema das 4 Cores.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2004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🚛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44768" y="3703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Urbana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39959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caso! Zonas de coleta sem conflito de turno, minimizando caminhões operando na mesma área.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ao Vivo — Python + NetworkX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3677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 grafo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= nós, fronteiras compartilhadas = arestas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5973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coloração gulosa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697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turno mínimo a cada nó sem repetir com vizinhos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resultado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toda aresta conecta nós de cores distintas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43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renderiza o grafo colorido com legenda de turnos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2A9D8F">
              <a:alpha val="15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663440"/>
            <a:ext cx="8138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python demo_coloracao.py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2A9D8F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Coloração de Grafos: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elegante, eficiente, poderoso.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conflitos naturalmente — nós e arestas mapeam o problema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guloso é O(V+E) e suficiente para malhas urbanas esparsas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Escalável: nova zona = novo nó, sem refatorar lógica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compiladores, redes, cartografia e logística urbana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Dúvidas?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Coloração de Grafos — RouteMap</dc:title>
  <dc:subject>PptxGenJS Presentation</dc:subject>
  <dc:creator>PptxGenJS</dc:creator>
  <cp:lastModifiedBy>PptxGenJS</cp:lastModifiedBy>
  <cp:revision>1</cp:revision>
  <dcterms:created xsi:type="dcterms:W3CDTF">2026-06-15T23:45:30Z</dcterms:created>
  <dcterms:modified xsi:type="dcterms:W3CDTF">2026-06-15T23:45:30Z</dcterms:modified>
</cp:coreProperties>
</file>